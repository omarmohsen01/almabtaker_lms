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11816456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52500" y="952500"/>
          <a:ext cx="6667500" cy="1905000"/>
          <a:chOff x="952500" y="952500"/>
          <a:chExt cx="6667500" cy="1905000"/>
        </a:xfrm>
      </p:grpSpPr>
      <p:sp>
        <p:nvSpPr>
          <p:cNvPr id="1" name=""/>
          <p:cNvSpPr txBox="1"/>
          <p:nvPr/>
        </p:nvSpPr>
        <p:spPr>
          <a:xfrm>
            <a:off x="952500" y="952500"/>
            <a:ext cx="5715000" cy="952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z="3600" spc="0" u="none">
                <a:solidFill>
                  <a:srgbClr val="FF0000">
                    <a:alpha val="100000"/>
                  </a:srgbClr>
                </a:solidFill>
                <a:latin typeface="Calibri"/>
              </a:rPr>
              <a:t><![CDATA[Hello World!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8">
  <a:themeElements>
    <a:clrScheme name="Theme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2024-08-04T19:36:23Z</dcterms:created>
  <dcterms:modified xsi:type="dcterms:W3CDTF">2024-08-04T19:36:23Z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